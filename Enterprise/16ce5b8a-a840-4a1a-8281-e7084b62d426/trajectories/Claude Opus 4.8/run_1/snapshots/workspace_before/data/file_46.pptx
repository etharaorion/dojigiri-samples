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Sheet1!$A$2:$A$6</c:f>
              <c:strCache>
                <c:ptCount val="5"/>
                <c:pt idx="0">
                  <c:v>Buildout</c:v>
                </c:pt>
                <c:pt idx="1">
                  <c:v>Studio equipment</c:v>
                </c:pt>
                <c:pt idx="2">
                  <c:v>Safety and code</c:v>
                </c:pt>
                <c:pt idx="3">
                  <c:v>Furnishing</c:v>
                </c:pt>
                <c:pt idx="4">
                  <c:v>Contingency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11000</c:v>
                </c:pt>
                <c:pt idx="1">
                  <c:v>7000</c:v>
                </c:pt>
                <c:pt idx="2">
                  <c:v>4000</c:v>
                </c:pt>
                <c:pt idx="3">
                  <c:v>4000</c:v>
                </c:pt>
                <c:pt idx="4">
                  <c:v>2000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CEEF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CEEF2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ECEEF2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651760"/>
            <a:ext cx="3108960" cy="164592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ECEEF2"/>
                </a:solidFill>
                <a:latin typeface="Calibri"/>
              </a:rPr>
              <a:t>West Side Build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34C3B5"/>
                </a:solidFill>
                <a:latin typeface="Calibri"/>
              </a:rPr>
              <a:t>Livernois Avenue Facility  |  Detroit Youth Arts Alliance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1BE"/>
                </a:solidFill>
                <a:latin typeface="Calibri"/>
              </a:rPr>
              <a:t>Andrew Santos, Executive Director  |  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A93B"/>
                </a:solidFill>
                <a:latin typeface="Calibri"/>
              </a:rPr>
              <a:t>What We Are Building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303520" cy="2194560"/>
          </a:xfrm>
          <a:prstGeom prst="rect">
            <a:avLst/>
          </a:prstGeom>
          <a:solidFill>
            <a:srgbClr val="22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64592" cy="2194560"/>
          </a:xfrm>
          <a:prstGeom prst="rect">
            <a:avLst/>
          </a:prstGeom>
          <a:solidFill>
            <a:srgbClr val="34C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2A93B"/>
                </a:solidFill>
                <a:latin typeface="Calibri"/>
              </a:rPr>
              <a:t>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CEEF2"/>
                </a:solidFill>
                <a:latin typeface="Calibri"/>
              </a:rPr>
              <a:t>18 month 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1BE"/>
                </a:solidFill>
                <a:latin typeface="Calibri"/>
              </a:rPr>
              <a:t>3,200 USD per 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63040"/>
            <a:ext cx="5303520" cy="2194560"/>
          </a:xfrm>
          <a:prstGeom prst="rect">
            <a:avLst/>
          </a:prstGeom>
          <a:solidFill>
            <a:srgbClr val="22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164592" cy="2194560"/>
          </a:xfrm>
          <a:prstGeom prst="rect">
            <a:avLst/>
          </a:prstGeom>
          <a:solidFill>
            <a:srgbClr val="34C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2A93B"/>
                </a:solidFill>
                <a:latin typeface="Calibri"/>
              </a:rPr>
              <a:t>Renovation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2860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CEEF2"/>
                </a:solidFill>
                <a:latin typeface="Calibri"/>
              </a:rPr>
              <a:t>28,000 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1BE"/>
                </a:solidFill>
                <a:latin typeface="Calibri"/>
              </a:rPr>
              <a:t>Funded by Greenfield grant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5303520" cy="2194560"/>
          </a:xfrm>
          <a:prstGeom prst="rect">
            <a:avLst/>
          </a:prstGeom>
          <a:solidFill>
            <a:srgbClr val="22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31920"/>
            <a:ext cx="164592" cy="2194560"/>
          </a:xfrm>
          <a:prstGeom prst="rect">
            <a:avLst/>
          </a:prstGeom>
          <a:solidFill>
            <a:srgbClr val="34C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2A93B"/>
                </a:solidFill>
                <a:latin typeface="Calibri"/>
              </a:rPr>
              <a:t>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548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CEEF2"/>
                </a:solidFill>
                <a:latin typeface="Calibri"/>
              </a:rPr>
              <a:t>Three new hires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1BE"/>
                </a:solidFill>
                <a:latin typeface="Calibri"/>
              </a:rPr>
              <a:t>Two teaching artists, one coordinator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931920"/>
            <a:ext cx="5303520" cy="2194560"/>
          </a:xfrm>
          <a:prstGeom prst="rect">
            <a:avLst/>
          </a:prstGeom>
          <a:solidFill>
            <a:srgbClr val="222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931920"/>
            <a:ext cx="164592" cy="2194560"/>
          </a:xfrm>
          <a:prstGeom prst="rect">
            <a:avLst/>
          </a:prstGeom>
          <a:solidFill>
            <a:srgbClr val="34C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1148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2A93B"/>
                </a:solidFill>
                <a:latin typeface="Calibri"/>
              </a:rPr>
              <a:t>Opening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7548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CEEF2"/>
                </a:solidFill>
                <a:latin typeface="Calibri"/>
              </a:rPr>
              <a:t>November 21,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3949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AB1BE"/>
                </a:solidFill>
                <a:latin typeface="Calibri"/>
              </a:rPr>
              <a:t>Grand opening on the west side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A93B"/>
                </a:solidFill>
                <a:latin typeface="Calibri"/>
              </a:rPr>
              <a:t>Renovation Spend (USD)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05840" y="137160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A93B"/>
                </a:solidFill>
                <a:latin typeface="Calibri"/>
              </a:rPr>
              <a:t>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332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7315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15171C"/>
                          </a:solidFill>
                        </a:rPr>
                        <a:t>Milestone</a:t>
                      </a:r>
                    </a:p>
                  </a:txBody>
                  <a:tcPr>
                    <a:solidFill>
                      <a:srgbClr val="34C3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15171C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34C3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15171C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34C3B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CEEF2"/>
                          </a:solidFill>
                        </a:rPr>
                        <a:t>Renovation complete</a:t>
                      </a:r>
                    </a:p>
                  </a:txBody>
                  <a:tcPr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CEEF2"/>
                          </a:solidFill>
                        </a:rPr>
                        <a:t>October 15, 2026</a:t>
                      </a:r>
                    </a:p>
                  </a:txBody>
                  <a:tcPr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CEEF2"/>
                          </a:solidFill>
                        </a:rPr>
                        <a:t>Andrew Santos</a:t>
                      </a:r>
                    </a:p>
                  </a:txBody>
                  <a:tcPr>
                    <a:solidFill>
                      <a:srgbClr val="2225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CEEF2"/>
                          </a:solidFill>
                        </a:rPr>
                        <a:t>Staff hired</a:t>
                      </a:r>
                    </a:p>
                  </a:txBody>
                  <a:tcPr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CEEF2"/>
                          </a:solidFill>
                        </a:rPr>
                        <a:t>October 30, 2026</a:t>
                      </a:r>
                    </a:p>
                  </a:txBody>
                  <a:tcPr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CEEF2"/>
                          </a:solidFill>
                        </a:rPr>
                        <a:t>Marcus Thompson</a:t>
                      </a:r>
                    </a:p>
                  </a:txBody>
                  <a:tcPr>
                    <a:solidFill>
                      <a:srgbClr val="2225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CEEF2"/>
                          </a:solidFill>
                        </a:rPr>
                        <a:t>Soft program start</a:t>
                      </a:r>
                    </a:p>
                  </a:txBody>
                  <a:tcPr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CEEF2"/>
                          </a:solidFill>
                        </a:rPr>
                        <a:t>November 9, 2026</a:t>
                      </a:r>
                    </a:p>
                  </a:txBody>
                  <a:tcPr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CEEF2"/>
                          </a:solidFill>
                        </a:rPr>
                        <a:t>Teaching team</a:t>
                      </a:r>
                    </a:p>
                  </a:txBody>
                  <a:tcPr>
                    <a:solidFill>
                      <a:srgbClr val="2225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CEEF2"/>
                          </a:solidFill>
                        </a:rPr>
                        <a:t>Grand opening</a:t>
                      </a:r>
                    </a:p>
                  </a:txBody>
                  <a:tcPr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CEEF2"/>
                          </a:solidFill>
                        </a:rPr>
                        <a:t>November 21, 2026</a:t>
                      </a:r>
                    </a:p>
                  </a:txBody>
                  <a:tcPr>
                    <a:solidFill>
                      <a:srgbClr val="2225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ECEEF2"/>
                          </a:solidFill>
                        </a:rPr>
                        <a:t>Whole team</a:t>
                      </a:r>
                    </a:p>
                  </a:txBody>
                  <a:tcPr>
                    <a:solidFill>
                      <a:srgbClr val="2225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7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2A93B"/>
                </a:solidFill>
                <a:latin typeface="Calibri"/>
              </a:rPr>
              <a:t>Watch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CEEF2"/>
                </a:solidFill>
                <a:latin typeface="Calibri"/>
              </a:rPr>
              <a:t>Hiring timeline, two teaching artists and one coordinator before opening.</a:t>
            </a:r>
          </a:p>
          <a:p>
            <a:pPr algn="l"/>
            <a:r>
              <a:rPr sz="2000" b="0">
                <a:solidFill>
                  <a:srgbClr val="ECEEF2"/>
                </a:solidFill>
                <a:latin typeface="Calibri"/>
              </a:rPr>
              <a:t>Renovation pacing against the 28,000 USD grant scope.</a:t>
            </a:r>
          </a:p>
          <a:p>
            <a:pPr algn="l"/>
            <a:r>
              <a:rPr sz="2000" b="0">
                <a:solidFill>
                  <a:srgbClr val="ECEEF2"/>
                </a:solidFill>
                <a:latin typeface="Calibri"/>
              </a:rPr>
              <a:t>Enrollment outreach so the west side rooms fill from day one.</a:t>
            </a:r>
          </a:p>
          <a:p>
            <a:pPr algn="l"/>
            <a:r>
              <a:rPr sz="2000" b="0">
                <a:solidFill>
                  <a:srgbClr val="ECEEF2"/>
                </a:solidFill>
                <a:latin typeface="Calibri"/>
              </a:rPr>
              <a:t>Transit and pickup logistics for families new to the 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5171C"/>
                </a:solidFill>
                <a:latin typeface="Calibri"/>
              </a:rPr>
              <a:t>The building and the bus, not only the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3A2A10"/>
                </a:solidFill>
                <a:latin typeface="Calibri"/>
              </a:rPr>
              <a:t>Andrew Santos  |  andrew.santos@Greenridertech.co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2026-02-10T09:00:00Z</dcterms:created>
  <dcterms:modified xsi:type="dcterms:W3CDTF">2026-02-10T09:00:00Z</dcterms:modified>
  <cp:category/>
</cp:coreProperties>
</file>